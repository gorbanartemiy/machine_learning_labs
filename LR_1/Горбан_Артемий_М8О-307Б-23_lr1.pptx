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67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18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72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85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21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1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4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2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67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9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15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67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741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87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38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622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2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8FCE4A2-1FD0-445D-B143-39361B23DFB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53439-4EE2-4903-835D-46543EA03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692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yasserh/titanic-datase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Лабораторная работа №1. Классификация</a:t>
            </a: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Горбан</a:t>
            </a:r>
            <a:r>
              <a:rPr lang="ru-RU" dirty="0" smtClean="0"/>
              <a:t> Артемий М8О-307Б-23</a:t>
            </a:r>
          </a:p>
          <a:p>
            <a:r>
              <a:rPr lang="ru-RU" dirty="0" err="1" smtClean="0"/>
              <a:t>Датасет</a:t>
            </a:r>
            <a:r>
              <a:rPr lang="ru-RU" dirty="0"/>
              <a:t>: </a:t>
            </a:r>
            <a:r>
              <a:rPr lang="en-US" dirty="0" smtClean="0">
                <a:hlinkClick r:id="rId2"/>
              </a:rPr>
              <a:t>Titanic-Dataset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299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Лучшая модель: </a:t>
            </a:r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889225" y="1913220"/>
            <a:ext cx="3161609" cy="419548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Accuracy</a:t>
            </a:r>
            <a:r>
              <a:rPr lang="en-US" dirty="0"/>
              <a:t>	84.4%</a:t>
            </a:r>
          </a:p>
          <a:p>
            <a:pPr marL="0" indent="0">
              <a:buNone/>
            </a:pPr>
            <a:r>
              <a:rPr lang="en-US" dirty="0"/>
              <a:t>Precision	84.8%</a:t>
            </a:r>
          </a:p>
          <a:p>
            <a:pPr marL="0" indent="0">
              <a:buNone/>
            </a:pPr>
            <a:r>
              <a:rPr lang="en-US" dirty="0"/>
              <a:t>Recall	75.7%</a:t>
            </a:r>
          </a:p>
          <a:p>
            <a:pPr marL="0" indent="0">
              <a:buNone/>
            </a:pPr>
            <a:r>
              <a:rPr lang="en-US" dirty="0"/>
              <a:t>F1-Score	80.0%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1853248"/>
            <a:ext cx="5963482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639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всех моделей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Рейтинг моделей по </a:t>
            </a:r>
            <a:r>
              <a:rPr lang="en-US" dirty="0"/>
              <a:t>Accuracy:</a:t>
            </a:r>
          </a:p>
          <a:p>
            <a:pPr marL="0" indent="0">
              <a:buNone/>
            </a:pPr>
            <a:r>
              <a:rPr lang="en-US" dirty="0" err="1" smtClean="0"/>
              <a:t>XGBoost</a:t>
            </a:r>
            <a:r>
              <a:rPr lang="en-US" dirty="0"/>
              <a:t>	</a:t>
            </a:r>
            <a:r>
              <a:rPr lang="en-US" dirty="0" smtClean="0"/>
              <a:t>			84.4</a:t>
            </a:r>
            <a:r>
              <a:rPr lang="en-US" dirty="0"/>
              <a:t>%	80.0%</a:t>
            </a:r>
          </a:p>
          <a:p>
            <a:pPr marL="0" indent="0">
              <a:buNone/>
            </a:pPr>
            <a:r>
              <a:rPr lang="en-US" dirty="0"/>
              <a:t>Lasso Logistic	</a:t>
            </a:r>
            <a:r>
              <a:rPr lang="en-US" dirty="0" smtClean="0"/>
              <a:t>		83.2</a:t>
            </a:r>
            <a:r>
              <a:rPr lang="en-US" dirty="0"/>
              <a:t>%	77.6%</a:t>
            </a:r>
          </a:p>
          <a:p>
            <a:pPr marL="0" indent="0">
              <a:buNone/>
            </a:pPr>
            <a:r>
              <a:rPr lang="en-US" dirty="0"/>
              <a:t>Ridge Classifier	</a:t>
            </a:r>
            <a:r>
              <a:rPr lang="en-US" dirty="0" smtClean="0"/>
              <a:t>	82.7</a:t>
            </a:r>
            <a:r>
              <a:rPr lang="en-US" dirty="0"/>
              <a:t>%	76.7%</a:t>
            </a:r>
          </a:p>
          <a:p>
            <a:pPr marL="0" indent="0">
              <a:buNone/>
            </a:pPr>
            <a:r>
              <a:rPr lang="en-US" dirty="0"/>
              <a:t>Logistic Regression	</a:t>
            </a:r>
            <a:r>
              <a:rPr lang="en-US" dirty="0" smtClean="0"/>
              <a:t>	82.1</a:t>
            </a:r>
            <a:r>
              <a:rPr lang="en-US" dirty="0"/>
              <a:t>%	75.8%</a:t>
            </a:r>
          </a:p>
          <a:p>
            <a:pPr marL="0" indent="0">
              <a:buNone/>
            </a:pPr>
            <a:r>
              <a:rPr lang="en-US" dirty="0"/>
              <a:t>SGD (Stochastic)	</a:t>
            </a:r>
            <a:r>
              <a:rPr lang="en-US" dirty="0" smtClean="0"/>
              <a:t>	81.6</a:t>
            </a:r>
            <a:r>
              <a:rPr lang="en-US" dirty="0"/>
              <a:t>%	75.6%</a:t>
            </a:r>
          </a:p>
          <a:p>
            <a:pPr marL="0" indent="0">
              <a:buNone/>
            </a:pPr>
            <a:r>
              <a:rPr lang="en-US" dirty="0"/>
              <a:t>Random Forest	</a:t>
            </a:r>
            <a:r>
              <a:rPr lang="en-US" dirty="0" smtClean="0"/>
              <a:t>	81.6</a:t>
            </a:r>
            <a:r>
              <a:rPr lang="en-US" dirty="0"/>
              <a:t>%	75.9%</a:t>
            </a:r>
          </a:p>
          <a:p>
            <a:pPr marL="0" indent="0">
              <a:buNone/>
            </a:pPr>
            <a:r>
              <a:rPr lang="en-US" dirty="0"/>
              <a:t>SGD (GD)	</a:t>
            </a:r>
            <a:r>
              <a:rPr lang="en-US" dirty="0" smtClean="0"/>
              <a:t>			81.6</a:t>
            </a:r>
            <a:r>
              <a:rPr lang="en-US" dirty="0"/>
              <a:t>%	74.4%</a:t>
            </a:r>
          </a:p>
          <a:p>
            <a:pPr marL="0" indent="0">
              <a:buNone/>
            </a:pPr>
            <a:r>
              <a:rPr lang="en-US" dirty="0" err="1"/>
              <a:t>ElasticNet</a:t>
            </a:r>
            <a:r>
              <a:rPr lang="en-US" dirty="0"/>
              <a:t>	</a:t>
            </a:r>
            <a:r>
              <a:rPr lang="en-US" dirty="0" smtClean="0"/>
              <a:t>			81.0</a:t>
            </a:r>
            <a:r>
              <a:rPr lang="en-US" dirty="0"/>
              <a:t>%	75.0%</a:t>
            </a:r>
          </a:p>
        </p:txBody>
      </p:sp>
    </p:spTree>
    <p:extLst>
      <p:ext uri="{BB962C8B-B14F-4D97-AF65-F5344CB8AC3E}">
        <p14:creationId xmlns:p14="http://schemas.microsoft.com/office/powerpoint/2010/main" val="3385688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метрик </a:t>
            </a:r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Интерпретация результатов:</a:t>
            </a:r>
          </a:p>
          <a:p>
            <a:pPr marL="0" indent="0">
              <a:buNone/>
            </a:pPr>
            <a:r>
              <a:rPr lang="ru-RU" dirty="0" err="1"/>
              <a:t>Accuracy</a:t>
            </a:r>
            <a:r>
              <a:rPr lang="ru-RU" dirty="0"/>
              <a:t> 84.4% - модель правильно классифицирует 84% пассажиров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Precision</a:t>
            </a:r>
            <a:r>
              <a:rPr lang="ru-RU" dirty="0"/>
              <a:t> 84.8% - из предсказанных выживших 85% действительно выжили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Recall</a:t>
            </a:r>
            <a:r>
              <a:rPr lang="ru-RU" dirty="0"/>
              <a:t> 75.7% - модель находит 76% всех реально выживших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F1-Score 80.0% - сбалансированная метрика между </a:t>
            </a:r>
            <a:r>
              <a:rPr lang="ru-RU" dirty="0" err="1"/>
              <a:t>precision</a:t>
            </a:r>
            <a:r>
              <a:rPr lang="ru-RU" dirty="0"/>
              <a:t> и </a:t>
            </a:r>
            <a:r>
              <a:rPr lang="ru-RU" dirty="0" err="1"/>
              <a:t>recall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89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</a:t>
            </a:r>
            <a:r>
              <a:rPr lang="ru-RU" dirty="0" err="1"/>
              <a:t>XGBoost</a:t>
            </a:r>
            <a:r>
              <a:rPr lang="ru-RU" dirty="0"/>
              <a:t> показал лучшие результаты?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Эффективная </a:t>
            </a:r>
            <a:r>
              <a:rPr lang="ru-RU" dirty="0"/>
              <a:t>работа с несбалансированными данными</a:t>
            </a:r>
          </a:p>
          <a:p>
            <a:endParaRPr lang="ru-RU" dirty="0"/>
          </a:p>
          <a:p>
            <a:r>
              <a:rPr lang="ru-RU" dirty="0" smtClean="0"/>
              <a:t>Устойчивость </a:t>
            </a:r>
            <a:r>
              <a:rPr lang="ru-RU" dirty="0"/>
              <a:t>к выбросам</a:t>
            </a:r>
          </a:p>
          <a:p>
            <a:endParaRPr lang="ru-RU" dirty="0"/>
          </a:p>
          <a:p>
            <a:r>
              <a:rPr lang="ru-RU" dirty="0" smtClean="0"/>
              <a:t>Автоматический </a:t>
            </a:r>
            <a:r>
              <a:rPr lang="ru-RU" dirty="0"/>
              <a:t>отбор признаков</a:t>
            </a:r>
          </a:p>
          <a:p>
            <a:endParaRPr lang="ru-RU" dirty="0"/>
          </a:p>
          <a:p>
            <a:r>
              <a:rPr lang="ru-RU" dirty="0" smtClean="0"/>
              <a:t>Регуляризация </a:t>
            </a:r>
            <a:r>
              <a:rPr lang="ru-RU" dirty="0"/>
              <a:t>для предотвращения переобучения</a:t>
            </a:r>
          </a:p>
          <a:p>
            <a:endParaRPr lang="ru-RU" dirty="0"/>
          </a:p>
          <a:p>
            <a:r>
              <a:rPr lang="ru-RU" dirty="0" smtClean="0"/>
              <a:t>Последовательное </a:t>
            </a:r>
            <a:r>
              <a:rPr lang="ru-RU" dirty="0"/>
              <a:t>улучшение (</a:t>
            </a:r>
            <a:r>
              <a:rPr lang="ru-RU" dirty="0" err="1"/>
              <a:t>boosting</a:t>
            </a:r>
            <a:r>
              <a:rPr lang="ru-RU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954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Спасибо за внимание!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654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1194</TotalTime>
  <Words>104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Лабораторная работа №1. Классификация </vt:lpstr>
      <vt:lpstr>Лучшая модель: XGBoost</vt:lpstr>
      <vt:lpstr>Сравнение всех моделей</vt:lpstr>
      <vt:lpstr>Анализ метрик XGBoost</vt:lpstr>
      <vt:lpstr>Почему XGBoost показал лучшие результаты?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№1. Классификация</dc:title>
  <dc:creator>arty</dc:creator>
  <cp:lastModifiedBy>arty</cp:lastModifiedBy>
  <cp:revision>5</cp:revision>
  <dcterms:created xsi:type="dcterms:W3CDTF">2025-11-16T19:28:00Z</dcterms:created>
  <dcterms:modified xsi:type="dcterms:W3CDTF">2025-11-17T15:23:32Z</dcterms:modified>
</cp:coreProperties>
</file>