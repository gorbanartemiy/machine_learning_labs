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B9B5-8FE7-4182-AD07-CC8B442F999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5D043-BEF9-4000-A4E1-6803E803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46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B9B5-8FE7-4182-AD07-CC8B442F999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5D043-BEF9-4000-A4E1-6803E803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20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B9B5-8FE7-4182-AD07-CC8B442F999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5D043-BEF9-4000-A4E1-6803E803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18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B9B5-8FE7-4182-AD07-CC8B442F999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5D043-BEF9-4000-A4E1-6803E803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53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B9B5-8FE7-4182-AD07-CC8B442F999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5D043-BEF9-4000-A4E1-6803E803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9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B9B5-8FE7-4182-AD07-CC8B442F999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5D043-BEF9-4000-A4E1-6803E803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87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B9B5-8FE7-4182-AD07-CC8B442F999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5D043-BEF9-4000-A4E1-6803E803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9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B9B5-8FE7-4182-AD07-CC8B442F999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5D043-BEF9-4000-A4E1-6803E803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89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B9B5-8FE7-4182-AD07-CC8B442F999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5D043-BEF9-4000-A4E1-6803E803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46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B9B5-8FE7-4182-AD07-CC8B442F999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5D043-BEF9-4000-A4E1-6803E803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6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B9B5-8FE7-4182-AD07-CC8B442F999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5D043-BEF9-4000-A4E1-6803E803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28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B9B5-8FE7-4182-AD07-CC8B442F999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5D043-BEF9-4000-A4E1-6803E803A6C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1224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B9B5-8FE7-4182-AD07-CC8B442F999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5D043-BEF9-4000-A4E1-6803E803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42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B9B5-8FE7-4182-AD07-CC8B442F999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5D043-BEF9-4000-A4E1-6803E803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92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B9B5-8FE7-4182-AD07-CC8B442F999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5D043-BEF9-4000-A4E1-6803E803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806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B9B5-8FE7-4182-AD07-CC8B442F999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5D043-BEF9-4000-A4E1-6803E803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90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B9B5-8FE7-4182-AD07-CC8B442F999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5D043-BEF9-4000-A4E1-6803E803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11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EF8B9B5-8FE7-4182-AD07-CC8B442F999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5D043-BEF9-4000-A4E1-6803E803A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7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Лабораторная работа </a:t>
            </a:r>
            <a:r>
              <a:rPr lang="ru-RU" b="1" dirty="0" smtClean="0"/>
              <a:t>№</a:t>
            </a:r>
            <a:r>
              <a:rPr lang="en-US" b="1" dirty="0" smtClean="0"/>
              <a:t>4</a:t>
            </a:r>
            <a:r>
              <a:rPr lang="ru-RU" b="1" dirty="0" smtClean="0"/>
              <a:t>. </a:t>
            </a:r>
            <a:r>
              <a:rPr lang="ru-RU" b="1" dirty="0"/>
              <a:t>Байесовские </a:t>
            </a:r>
            <a:r>
              <a:rPr lang="ru-RU" b="1" dirty="0" smtClean="0"/>
              <a:t>сети</a:t>
            </a:r>
            <a:r>
              <a:rPr lang="ru-RU" dirty="0" smtClean="0"/>
              <a:t/>
            </a:r>
            <a:br>
              <a:rPr lang="ru-RU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Горбан</a:t>
            </a:r>
            <a:r>
              <a:rPr lang="ru-RU" dirty="0" smtClean="0"/>
              <a:t> Артемий М8О-307Б-23</a:t>
            </a:r>
          </a:p>
          <a:p>
            <a:r>
              <a:rPr lang="ru-RU" dirty="0" err="1" smtClean="0"/>
              <a:t>Датасет</a:t>
            </a:r>
            <a:r>
              <a:rPr lang="ru-RU" dirty="0"/>
              <a:t>: </a:t>
            </a:r>
            <a:r>
              <a:rPr lang="en-US" dirty="0"/>
              <a:t>Zoo Animal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265307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работы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Построить байесовскую сеть с помощью </a:t>
            </a:r>
            <a:r>
              <a:rPr lang="ru-RU" dirty="0" err="1"/>
              <a:t>pgmpy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Оценить условные вероятности (CPT).</a:t>
            </a:r>
          </a:p>
          <a:p>
            <a:pPr marL="0" indent="0">
              <a:buNone/>
            </a:pPr>
            <a:r>
              <a:rPr lang="ru-RU" dirty="0" smtClean="0"/>
              <a:t>Сравнить </a:t>
            </a:r>
            <a:r>
              <a:rPr lang="ru-RU" dirty="0"/>
              <a:t>с </a:t>
            </a:r>
            <a:r>
              <a:rPr lang="ru-RU" dirty="0" err="1"/>
              <a:t>Naive</a:t>
            </a:r>
            <a:r>
              <a:rPr lang="ru-RU" dirty="0"/>
              <a:t> </a:t>
            </a:r>
            <a:r>
              <a:rPr lang="ru-RU" dirty="0" err="1"/>
              <a:t>Bayes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915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Данные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101 животное, </a:t>
            </a:r>
            <a:r>
              <a:rPr lang="ru-RU" dirty="0" smtClean="0"/>
              <a:t>1</a:t>
            </a:r>
            <a:r>
              <a:rPr lang="en-US" dirty="0" smtClean="0"/>
              <a:t>8</a:t>
            </a:r>
            <a:r>
              <a:rPr lang="ru-RU" dirty="0" smtClean="0"/>
              <a:t> </a:t>
            </a:r>
            <a:r>
              <a:rPr lang="ru-RU" dirty="0"/>
              <a:t>признаков, 7 классов (млекопитающие, птицы и др.).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Признаки: </a:t>
            </a:r>
            <a:r>
              <a:rPr lang="ru-RU" dirty="0" err="1"/>
              <a:t>hair</a:t>
            </a:r>
            <a:r>
              <a:rPr lang="ru-RU" dirty="0"/>
              <a:t>, </a:t>
            </a:r>
            <a:r>
              <a:rPr lang="ru-RU" dirty="0" err="1"/>
              <a:t>feathers</a:t>
            </a:r>
            <a:r>
              <a:rPr lang="ru-RU" dirty="0"/>
              <a:t>, </a:t>
            </a:r>
            <a:r>
              <a:rPr lang="ru-RU" dirty="0" err="1"/>
              <a:t>milk</a:t>
            </a:r>
            <a:r>
              <a:rPr lang="ru-RU" dirty="0"/>
              <a:t>, </a:t>
            </a:r>
            <a:r>
              <a:rPr lang="ru-RU" dirty="0" err="1"/>
              <a:t>aquatic</a:t>
            </a:r>
            <a:r>
              <a:rPr lang="ru-RU" dirty="0"/>
              <a:t>, </a:t>
            </a:r>
            <a:r>
              <a:rPr lang="ru-RU" dirty="0" err="1"/>
              <a:t>legs</a:t>
            </a:r>
            <a:r>
              <a:rPr lang="ru-RU" dirty="0"/>
              <a:t> и т.д. (все бинарные или дискретные).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Обработка: Закодировали названия, удалили дубликаты.</a:t>
            </a:r>
            <a:r>
              <a:rPr lang="ru-RU" dirty="0"/>
              <a:t/>
            </a:r>
            <a:br>
              <a:rPr lang="ru-RU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3666146"/>
            <a:ext cx="4349011" cy="293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830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сети (</a:t>
            </a:r>
            <a:r>
              <a:rPr lang="en-US" b="1" dirty="0" err="1"/>
              <a:t>HillClimbSearch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Автоматический поиск зависимостей</a:t>
            </a:r>
            <a:r>
              <a:rPr lang="ru-RU" dirty="0" smtClean="0"/>
              <a:t>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Сеть выявляет биологически логичные связи.</a:t>
            </a:r>
            <a:r>
              <a:rPr lang="ru-RU" dirty="0"/>
              <a:t/>
            </a:r>
            <a:br>
              <a:rPr lang="ru-RU" dirty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83" y="2863636"/>
            <a:ext cx="11756164" cy="358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239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Оценка вероятностей (</a:t>
            </a:r>
            <a:r>
              <a:rPr lang="en-US" b="1" dirty="0"/>
              <a:t>CPT)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405163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Использовали </a:t>
            </a:r>
            <a:r>
              <a:rPr lang="ru-RU" dirty="0" err="1"/>
              <a:t>BayesianEstimator</a:t>
            </a:r>
            <a:r>
              <a:rPr lang="ru-RU" dirty="0"/>
              <a:t>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CPT показывает вероятности признаков при условии родительских узлов</a:t>
            </a:r>
            <a:r>
              <a:rPr lang="ru-RU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3653116"/>
            <a:ext cx="3597348" cy="28999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749" y="2486837"/>
            <a:ext cx="3600601" cy="406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167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Визуализация сети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Нарисовали граф (узлы - признаки, стрелки - зависимости).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Центральный узел - </a:t>
            </a:r>
            <a:r>
              <a:rPr lang="ru-RU" dirty="0" err="1"/>
              <a:t>class_type</a:t>
            </a:r>
            <a:r>
              <a:rPr lang="ru-RU" dirty="0"/>
              <a:t>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Видно, как признаки влияют друг на друга (например, </a:t>
            </a:r>
            <a:r>
              <a:rPr lang="ru-RU" dirty="0" err="1"/>
              <a:t>milk</a:t>
            </a:r>
            <a:r>
              <a:rPr lang="ru-RU" dirty="0"/>
              <a:t> влияет на </a:t>
            </a:r>
            <a:r>
              <a:rPr lang="ru-RU" dirty="0" err="1"/>
              <a:t>hair</a:t>
            </a:r>
            <a:r>
              <a:rPr lang="ru-RU" dirty="0"/>
              <a:t> и </a:t>
            </a:r>
            <a:r>
              <a:rPr lang="ru-RU" dirty="0" err="1"/>
              <a:t>eggs</a:t>
            </a:r>
            <a:r>
              <a:rPr lang="ru-RU" dirty="0"/>
              <a:t>).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146" y="3080096"/>
            <a:ext cx="4632524" cy="366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58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Логический вывод (</a:t>
            </a:r>
            <a:r>
              <a:rPr lang="en-US" b="1" dirty="0"/>
              <a:t>Inference)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Вычисление </a:t>
            </a:r>
            <a:r>
              <a:rPr lang="ru-RU" dirty="0"/>
              <a:t>вероятностей при известных признаках.</a:t>
            </a:r>
            <a:r>
              <a:rPr lang="ru-RU" dirty="0"/>
              <a:t/>
            </a:r>
            <a:br>
              <a:rPr lang="ru-RU" dirty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12" y="2468926"/>
            <a:ext cx="6375741" cy="405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167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Сравнение с </a:t>
            </a:r>
            <a:r>
              <a:rPr lang="en-US" b="1" dirty="0"/>
              <a:t>Naive Bayes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Обе модели показали точность 100% на тестовых примерах.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Разница: Байесовская сеть показывает связи между признаками, а </a:t>
            </a:r>
            <a:r>
              <a:rPr lang="ru-RU" dirty="0" err="1"/>
              <a:t>Naive</a:t>
            </a:r>
            <a:r>
              <a:rPr lang="ru-RU" dirty="0"/>
              <a:t> </a:t>
            </a:r>
            <a:r>
              <a:rPr lang="ru-RU" dirty="0" err="1"/>
              <a:t>Bayes</a:t>
            </a:r>
            <a:r>
              <a:rPr lang="ru-RU" dirty="0"/>
              <a:t> предполагает их независимость.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Итог: Точность одинаковая, но байесовская сеть лучше для понимания данных.</a:t>
            </a:r>
            <a:r>
              <a:rPr lang="ru-RU" dirty="0"/>
              <a:t/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58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Выводы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Байесовская сеть построена и работает.</a:t>
            </a:r>
          </a:p>
          <a:p>
            <a:pPr marL="0" indent="0">
              <a:buNone/>
            </a:pPr>
            <a:r>
              <a:rPr lang="ru-RU" dirty="0"/>
              <a:t>Её структура имеет биологический смысл.</a:t>
            </a:r>
          </a:p>
          <a:p>
            <a:pPr marL="0" indent="0">
              <a:buNone/>
            </a:pPr>
            <a:r>
              <a:rPr lang="ru-RU" dirty="0"/>
              <a:t>Модель объясняет, как признаки влияют на класс животного.</a:t>
            </a:r>
          </a:p>
          <a:p>
            <a:pPr marL="0" indent="0">
              <a:buNone/>
            </a:pPr>
            <a:r>
              <a:rPr lang="ru-RU" dirty="0"/>
              <a:t>Главный плюс — наглядность и интерпретируемость.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7645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</TotalTime>
  <Words>137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Лабораторная работа №4. Байесовские сети </vt:lpstr>
      <vt:lpstr>Цель работы</vt:lpstr>
      <vt:lpstr>Данные</vt:lpstr>
      <vt:lpstr>Структура сети (HillClimbSearch)</vt:lpstr>
      <vt:lpstr>Оценка вероятностей (CPT)</vt:lpstr>
      <vt:lpstr>Визуализация сети</vt:lpstr>
      <vt:lpstr>Логический вывод (Inference)</vt:lpstr>
      <vt:lpstr>Сравнение с Naive Bayes</vt:lpstr>
      <vt:lpstr>Выводы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№4. Байесовские сети</dc:title>
  <dc:creator>arty</dc:creator>
  <cp:lastModifiedBy>arty</cp:lastModifiedBy>
  <cp:revision>2</cp:revision>
  <dcterms:created xsi:type="dcterms:W3CDTF">2025-12-15T21:08:26Z</dcterms:created>
  <dcterms:modified xsi:type="dcterms:W3CDTF">2025-12-15T21:22:34Z</dcterms:modified>
</cp:coreProperties>
</file>